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E2D54-B6CF-2EA5-B434-6DDA65306B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2EC83-D28E-74AB-473D-5BC8C9718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AE2AE1-70C6-273D-4126-78B69ADC8B75}"/>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5" name="Footer Placeholder 4">
            <a:extLst>
              <a:ext uri="{FF2B5EF4-FFF2-40B4-BE49-F238E27FC236}">
                <a16:creationId xmlns:a16="http://schemas.microsoft.com/office/drawing/2014/main" id="{2BC912EE-5DE2-CE20-F4AC-A235B50C59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A86200-AEAB-0397-D402-3AC2DDFB6291}"/>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950062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D36ED-0741-E510-F5CF-3966618638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0BF78D-584C-A652-C7CB-13C10083E1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C5F7CD-AB23-B9DE-B950-89CBDF5484EB}"/>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5" name="Footer Placeholder 4">
            <a:extLst>
              <a:ext uri="{FF2B5EF4-FFF2-40B4-BE49-F238E27FC236}">
                <a16:creationId xmlns:a16="http://schemas.microsoft.com/office/drawing/2014/main" id="{5BD1B706-CCF6-3094-D589-43A288230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8EF79-BD40-29BD-94E0-C6C4E2AC3995}"/>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3442797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BC744-44A1-DFDA-1263-8D84D407D5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C0DCC2-1E60-02EF-CD6F-0BFABBB2AE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7AFDD0-09DF-4726-0AC5-906364EF9BBC}"/>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5" name="Footer Placeholder 4">
            <a:extLst>
              <a:ext uri="{FF2B5EF4-FFF2-40B4-BE49-F238E27FC236}">
                <a16:creationId xmlns:a16="http://schemas.microsoft.com/office/drawing/2014/main" id="{1D5714A7-8693-CE00-18E5-616EFB9F9D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677C7-A6C3-12C4-2AB2-9717B3F7BA44}"/>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656763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DE8D-D4D3-BB48-26D8-9DB63858F5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1AED50-FACD-CC71-989B-748C39357B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16BC74-6DAD-3CD3-9A12-5CDF434E6A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12A22A-A4E2-BB48-A80F-A5198E68C55B}"/>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6" name="Footer Placeholder 5">
            <a:extLst>
              <a:ext uri="{FF2B5EF4-FFF2-40B4-BE49-F238E27FC236}">
                <a16:creationId xmlns:a16="http://schemas.microsoft.com/office/drawing/2014/main" id="{5889AB1C-F514-E7AA-9BC2-F1E93FCC8E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216547-6781-956C-7015-655A1B4A3787}"/>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201292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B7AA-7F04-F703-0C94-E6D9A8A66A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1C5339-CA99-DD8F-74D5-2BAC15085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1BA6A2-63DE-4E3B-138E-7306A7D827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DFDF28-D3C9-FC87-EAA7-F9219E717A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91B284-1120-7B4F-4653-DF5E2C9DEA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4A7AB8-C582-7B28-23AD-52BE6DE5D1DE}"/>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8" name="Footer Placeholder 7">
            <a:extLst>
              <a:ext uri="{FF2B5EF4-FFF2-40B4-BE49-F238E27FC236}">
                <a16:creationId xmlns:a16="http://schemas.microsoft.com/office/drawing/2014/main" id="{7ED8C29A-9D73-691C-C994-F4FC835C25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95E37B-5C37-8B95-3360-99242206112F}"/>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3872611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80574-5D19-50C9-7DF5-34A294174E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179F9B-ABFC-8AA0-EF98-AC1826FEB2EE}"/>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4" name="Footer Placeholder 3">
            <a:extLst>
              <a:ext uri="{FF2B5EF4-FFF2-40B4-BE49-F238E27FC236}">
                <a16:creationId xmlns:a16="http://schemas.microsoft.com/office/drawing/2014/main" id="{8AEB26F3-F5CA-2FDC-82A4-D470D69928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DC3002-BFDE-7576-6935-403A3A73E71A}"/>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50085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3F3DB0-E4A4-4566-1E4D-20945EAA003D}"/>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3" name="Footer Placeholder 2">
            <a:extLst>
              <a:ext uri="{FF2B5EF4-FFF2-40B4-BE49-F238E27FC236}">
                <a16:creationId xmlns:a16="http://schemas.microsoft.com/office/drawing/2014/main" id="{3EFD4C7C-00FC-80BE-60DE-855B57DC11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EF7D48-8954-0785-A731-C1583DDC4C2B}"/>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2003899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3374-7BF9-241D-8ED8-F3E943D6E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2E7923-BF7A-4A4F-6AB7-D0D8D96F6F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A4C438-E415-BB9E-788E-E30369C7D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10D5B-CAC7-09AD-A62D-800D415CCE09}"/>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6" name="Footer Placeholder 5">
            <a:extLst>
              <a:ext uri="{FF2B5EF4-FFF2-40B4-BE49-F238E27FC236}">
                <a16:creationId xmlns:a16="http://schemas.microsoft.com/office/drawing/2014/main" id="{6D63D542-F69D-FEB4-7CDD-8BEEE78380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6835AC-5EA1-BB8A-41AC-3C9AE33FC898}"/>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3356897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6136C-A401-879D-FA41-19E8A80C4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334BCF-671F-B916-6A44-D2A6068B42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C32BD3-92A9-E5DC-6992-358257A7E7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592E70-9FAD-6CF0-B486-7D8069C8D18F}"/>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6" name="Footer Placeholder 5">
            <a:extLst>
              <a:ext uri="{FF2B5EF4-FFF2-40B4-BE49-F238E27FC236}">
                <a16:creationId xmlns:a16="http://schemas.microsoft.com/office/drawing/2014/main" id="{AFA1E779-2258-3287-3E79-B55C899A4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E0ECA8-1A82-1A73-657F-E2881EC79AD2}"/>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3089912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BF059-CA57-4D5E-F7FF-414FA6F855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1F41FC-4849-E40A-0848-224698B1F2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40D64-505F-ECD7-C30A-F5A27BCD95FE}"/>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5" name="Footer Placeholder 4">
            <a:extLst>
              <a:ext uri="{FF2B5EF4-FFF2-40B4-BE49-F238E27FC236}">
                <a16:creationId xmlns:a16="http://schemas.microsoft.com/office/drawing/2014/main" id="{9CDAC6B7-FCF1-4E75-B8F7-E85E99D3BC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AF413E-643A-A872-7077-54CDFE4F0927}"/>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3050015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59132-AAC8-6E12-1D11-EF96DCF238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99EECC-5CF8-2282-2431-377083A250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07E86-B3A7-CC88-AD0A-CA3EB9802129}"/>
              </a:ext>
            </a:extLst>
          </p:cNvPr>
          <p:cNvSpPr>
            <a:spLocks noGrp="1"/>
          </p:cNvSpPr>
          <p:nvPr>
            <p:ph type="dt" sz="half" idx="10"/>
          </p:nvPr>
        </p:nvSpPr>
        <p:spPr/>
        <p:txBody>
          <a:bodyPr/>
          <a:lstStyle/>
          <a:p>
            <a:fld id="{03A11630-5E4A-49D0-BF1A-16F0C2E577EE}" type="datetimeFigureOut">
              <a:rPr lang="en-US" smtClean="0"/>
              <a:t>5/10/2026</a:t>
            </a:fld>
            <a:endParaRPr lang="en-US"/>
          </a:p>
        </p:txBody>
      </p:sp>
      <p:sp>
        <p:nvSpPr>
          <p:cNvPr id="5" name="Footer Placeholder 4">
            <a:extLst>
              <a:ext uri="{FF2B5EF4-FFF2-40B4-BE49-F238E27FC236}">
                <a16:creationId xmlns:a16="http://schemas.microsoft.com/office/drawing/2014/main" id="{79749908-E674-CDA7-5F59-8AE041355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D1924D-83EA-ABF6-BFB8-8225C0643F70}"/>
              </a:ext>
            </a:extLst>
          </p:cNvPr>
          <p:cNvSpPr>
            <a:spLocks noGrp="1"/>
          </p:cNvSpPr>
          <p:nvPr>
            <p:ph type="sldNum" sz="quarter" idx="12"/>
          </p:nvPr>
        </p:nvSpPr>
        <p:spPr/>
        <p:txBody>
          <a:bodyPr/>
          <a:lstStyle/>
          <a:p>
            <a:fld id="{08417731-B046-4CBF-9FA1-29C7601C1C4B}" type="slidenum">
              <a:rPr lang="en-US" smtClean="0"/>
              <a:t>‹#›</a:t>
            </a:fld>
            <a:endParaRPr lang="en-US"/>
          </a:p>
        </p:txBody>
      </p:sp>
    </p:spTree>
    <p:extLst>
      <p:ext uri="{BB962C8B-B14F-4D97-AF65-F5344CB8AC3E}">
        <p14:creationId xmlns:p14="http://schemas.microsoft.com/office/powerpoint/2010/main" val="1293444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5CAF5-9481-419B-81B4-27C2DBD1DA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1C5A5A-F676-C872-1E19-84473848B7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6627D-3CD6-7F44-B91C-D23D1DBDD7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A11630-5E4A-49D0-BF1A-16F0C2E577EE}" type="datetimeFigureOut">
              <a:rPr lang="en-US" smtClean="0"/>
              <a:t>5/10/2026</a:t>
            </a:fld>
            <a:endParaRPr lang="en-US"/>
          </a:p>
        </p:txBody>
      </p:sp>
      <p:sp>
        <p:nvSpPr>
          <p:cNvPr id="5" name="Footer Placeholder 4">
            <a:extLst>
              <a:ext uri="{FF2B5EF4-FFF2-40B4-BE49-F238E27FC236}">
                <a16:creationId xmlns:a16="http://schemas.microsoft.com/office/drawing/2014/main" id="{00DE16EE-C9AE-59DE-28B1-06D0230A3A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AD77ED-F64A-56B1-6BF4-68A8769E41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417731-B046-4CBF-9FA1-29C7601C1C4B}" type="slidenum">
              <a:rPr lang="en-US" smtClean="0"/>
              <a:t>‹#›</a:t>
            </a:fld>
            <a:endParaRPr lang="en-US"/>
          </a:p>
        </p:txBody>
      </p:sp>
    </p:spTree>
    <p:extLst>
      <p:ext uri="{BB962C8B-B14F-4D97-AF65-F5344CB8AC3E}">
        <p14:creationId xmlns:p14="http://schemas.microsoft.com/office/powerpoint/2010/main" val="3497308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313673-3C71-8C76-0F89-00EC01908B11}"/>
              </a:ext>
            </a:extLst>
          </p:cNvPr>
          <p:cNvSpPr txBox="1">
            <a:spLocks/>
          </p:cNvSpPr>
          <p:nvPr/>
        </p:nvSpPr>
        <p:spPr>
          <a:xfrm>
            <a:off x="1524000" y="236482"/>
            <a:ext cx="9144000" cy="7352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Sự ra đời của Opening Book</a:t>
            </a:r>
          </a:p>
        </p:txBody>
      </p:sp>
      <p:sp>
        <p:nvSpPr>
          <p:cNvPr id="6" name="TextBox 5">
            <a:extLst>
              <a:ext uri="{FF2B5EF4-FFF2-40B4-BE49-F238E27FC236}">
                <a16:creationId xmlns:a16="http://schemas.microsoft.com/office/drawing/2014/main" id="{6849EF24-CC3F-BCB7-E7AE-941D474E3361}"/>
              </a:ext>
            </a:extLst>
          </p:cNvPr>
          <p:cNvSpPr txBox="1"/>
          <p:nvPr/>
        </p:nvSpPr>
        <p:spPr>
          <a:xfrm>
            <a:off x="618795" y="982176"/>
            <a:ext cx="9534197" cy="5262979"/>
          </a:xfrm>
          <a:prstGeom prst="rect">
            <a:avLst/>
          </a:prstGeom>
          <a:noFill/>
        </p:spPr>
        <p:txBody>
          <a:bodyPr wrap="square">
            <a:spAutoFit/>
          </a:bodyPr>
          <a:lstStyle/>
          <a:p>
            <a:pPr algn="l"/>
            <a:r>
              <a:rPr lang="en-US" sz="2400"/>
              <a:t>*Khi không có OpeningBook:</a:t>
            </a:r>
          </a:p>
          <a:p>
            <a:pPr algn="l"/>
            <a:endParaRPr lang="en-US" sz="2400"/>
          </a:p>
          <a:p>
            <a:pPr algn="l"/>
            <a:r>
              <a:rPr lang="en-US" sz="2400"/>
              <a:t>Thời gian suy nghĩ mỗi nước chỉ có 2 giây, dẫn đến việc depth tìm kiếm đầu trận chỉ khoảng tầm 12, rồi dùng heuristic. Và giá trị heuristic khi board có &lt;= 12 quân là khá mơ hồ</a:t>
            </a:r>
          </a:p>
          <a:p>
            <a:pPr algn="l"/>
            <a:endParaRPr lang="en-US" sz="2400"/>
          </a:p>
          <a:p>
            <a:pPr algn="l"/>
            <a:r>
              <a:rPr lang="en-US" sz="2400"/>
              <a:t>*Khi có OpeningBook</a:t>
            </a:r>
          </a:p>
          <a:p>
            <a:pPr algn="l"/>
            <a:endParaRPr lang="en-US" sz="2400"/>
          </a:p>
          <a:p>
            <a:pPr algn="l"/>
            <a:r>
              <a:rPr lang="en-US" sz="2400"/>
              <a:t>Thay vì phải suy nghĩ trong trận đấu, ta sinh ra bộ từ điển khổng lồ với key là thế cờ, value là nước đi rất tốt, được tính toán với độ sâu 20</a:t>
            </a:r>
          </a:p>
          <a:p>
            <a:pPr algn="l"/>
            <a:endParaRPr lang="en-US" sz="2400"/>
          </a:p>
          <a:p>
            <a:pPr algn="l"/>
            <a:r>
              <a:rPr lang="en-US" sz="2400"/>
              <a:t>Khi agent của mình đến lượt thì sẽ tra từ điển(openingbook) trước, nếu thế cờ có trong từ điển thì trả luôn kết quả</a:t>
            </a:r>
            <a:br>
              <a:rPr lang="en-US" sz="2400"/>
            </a:br>
            <a:endParaRPr lang="en-US" sz="2400"/>
          </a:p>
        </p:txBody>
      </p:sp>
    </p:spTree>
    <p:extLst>
      <p:ext uri="{BB962C8B-B14F-4D97-AF65-F5344CB8AC3E}">
        <p14:creationId xmlns:p14="http://schemas.microsoft.com/office/powerpoint/2010/main" val="2381308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9F68-6E1A-7A75-895A-FAB3BB040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95C90-3EFA-8DEE-BBCD-6F67383D5657}"/>
              </a:ext>
            </a:extLst>
          </p:cNvPr>
          <p:cNvSpPr>
            <a:spLocks noGrp="1"/>
          </p:cNvSpPr>
          <p:nvPr>
            <p:ph type="title"/>
          </p:nvPr>
        </p:nvSpPr>
        <p:spPr/>
        <p:txBody>
          <a:bodyPr>
            <a:normAutofit/>
          </a:bodyPr>
          <a:lstStyle/>
          <a:p>
            <a:r>
              <a:rPr lang="en-US" sz="3600"/>
              <a:t>Vấn đề bây giờ: Làm sao để sinh ra OpeningBook mà tốn ít thời gian nhất có thể</a:t>
            </a:r>
          </a:p>
        </p:txBody>
      </p:sp>
      <p:sp>
        <p:nvSpPr>
          <p:cNvPr id="3" name="Content Placeholder 2">
            <a:extLst>
              <a:ext uri="{FF2B5EF4-FFF2-40B4-BE49-F238E27FC236}">
                <a16:creationId xmlns:a16="http://schemas.microsoft.com/office/drawing/2014/main" id="{F73BD4A7-9E99-32C4-256F-014E3D3027A6}"/>
              </a:ext>
            </a:extLst>
          </p:cNvPr>
          <p:cNvSpPr>
            <a:spLocks noGrp="1"/>
          </p:cNvSpPr>
          <p:nvPr>
            <p:ph idx="1"/>
          </p:nvPr>
        </p:nvSpPr>
        <p:spPr>
          <a:xfrm>
            <a:off x="838200" y="1825625"/>
            <a:ext cx="10515600" cy="3897258"/>
          </a:xfrm>
        </p:spPr>
        <p:txBody>
          <a:bodyPr>
            <a:normAutofit/>
          </a:bodyPr>
          <a:lstStyle/>
          <a:p>
            <a:r>
              <a:rPr lang="en-US"/>
              <a:t>Cách làm ngây thơ: dùng BFS sinh toàn bộ các thế cờ cho các nước đi từ 1 đến 12</a:t>
            </a:r>
          </a:p>
          <a:p>
            <a:pPr marL="0" indent="0">
              <a:buNone/>
            </a:pPr>
            <a:endParaRPr lang="en-US"/>
          </a:p>
          <a:p>
            <a:r>
              <a:rPr lang="en-US"/>
              <a:t>Với mỗi node lấy ra từ BFS queue thì ta gọi hàm search để tính giá trị heuristic với độ sâu 20</a:t>
            </a:r>
          </a:p>
          <a:p>
            <a:endParaRPr lang="en-US"/>
          </a:p>
          <a:p>
            <a:r>
              <a:rPr lang="en-US"/>
              <a:t>Số lượng thế cờ trong từ điển sẽ là 7^12 = 1,3 mũ 10, quá to! Bất khả thi cả về mặt bộ nhớ lẫn thời gian</a:t>
            </a:r>
          </a:p>
          <a:p>
            <a:endParaRPr lang="en-US"/>
          </a:p>
        </p:txBody>
      </p:sp>
    </p:spTree>
    <p:extLst>
      <p:ext uri="{BB962C8B-B14F-4D97-AF65-F5344CB8AC3E}">
        <p14:creationId xmlns:p14="http://schemas.microsoft.com/office/powerpoint/2010/main" val="196737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40E-973D-1F44-149B-28B50BBE098F}"/>
              </a:ext>
            </a:extLst>
          </p:cNvPr>
          <p:cNvSpPr>
            <a:spLocks noGrp="1"/>
          </p:cNvSpPr>
          <p:nvPr>
            <p:ph type="title"/>
          </p:nvPr>
        </p:nvSpPr>
        <p:spPr/>
        <p:txBody>
          <a:bodyPr/>
          <a:lstStyle/>
          <a:p>
            <a:r>
              <a:rPr lang="en-US"/>
              <a:t>Cách làm tốt</a:t>
            </a:r>
          </a:p>
        </p:txBody>
      </p:sp>
      <p:sp>
        <p:nvSpPr>
          <p:cNvPr id="3" name="Content Placeholder 2">
            <a:extLst>
              <a:ext uri="{FF2B5EF4-FFF2-40B4-BE49-F238E27FC236}">
                <a16:creationId xmlns:a16="http://schemas.microsoft.com/office/drawing/2014/main" id="{2FBC6899-6902-FDD4-522A-78BC45A35B29}"/>
              </a:ext>
            </a:extLst>
          </p:cNvPr>
          <p:cNvSpPr>
            <a:spLocks noGrp="1"/>
          </p:cNvSpPr>
          <p:nvPr>
            <p:ph idx="1"/>
          </p:nvPr>
        </p:nvSpPr>
        <p:spPr/>
        <p:txBody>
          <a:bodyPr>
            <a:normAutofit fontScale="92500" lnSpcReduction="20000"/>
          </a:bodyPr>
          <a:lstStyle/>
          <a:p>
            <a:r>
              <a:rPr lang="en-US"/>
              <a:t>Ta sẽ loại bỏ(prune) những thế cờ mà giá trị heuristic quá lệch về một bên. </a:t>
            </a:r>
          </a:p>
          <a:p>
            <a:endParaRPr lang="en-US"/>
          </a:p>
          <a:p>
            <a:r>
              <a:rPr lang="en-US"/>
              <a:t>Cấu trúc dữ liệu sử dụng: thay vì lưu vào file json, ta lưu vào file binary với 17 bytes mỗi entries. Bao gồm bitboard cho 2 phe, nước đi tốt nhất</a:t>
            </a:r>
          </a:p>
          <a:p>
            <a:pPr marL="0" indent="0">
              <a:buNone/>
            </a:pPr>
            <a:endParaRPr lang="en-US"/>
          </a:p>
          <a:p>
            <a:r>
              <a:rPr lang="en-US"/>
              <a:t>Thời gian nhóm mình sinh ra OpeningBook : 2 tiếng</a:t>
            </a:r>
          </a:p>
          <a:p>
            <a:pPr marL="0" indent="0">
              <a:buNone/>
            </a:pPr>
            <a:r>
              <a:rPr lang="en-US"/>
              <a:t>move = 3, heuristic = 1, </a:t>
            </a:r>
            <a:br>
              <a:rPr lang="en-US"/>
            </a:br>
            <a:r>
              <a:rPr lang="en-US"/>
              <a:t>move = 0, heuristic = -5, abs(-5) &gt;= prune_threshold = 4</a:t>
            </a:r>
          </a:p>
          <a:p>
            <a:pPr marL="0" indent="0">
              <a:buNone/>
            </a:pPr>
            <a:r>
              <a:rPr lang="en-US"/>
              <a:t>move = 6, heuristic = -5, </a:t>
            </a:r>
          </a:p>
          <a:p>
            <a:pPr marL="0" indent="0">
              <a:buNone/>
            </a:pPr>
            <a:r>
              <a:rPr lang="en-US"/>
              <a:t>move = 4, 5, heuristic = 0,</a:t>
            </a:r>
          </a:p>
        </p:txBody>
      </p:sp>
    </p:spTree>
    <p:extLst>
      <p:ext uri="{BB962C8B-B14F-4D97-AF65-F5344CB8AC3E}">
        <p14:creationId xmlns:p14="http://schemas.microsoft.com/office/powerpoint/2010/main" val="1427868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2A228-AFFB-B828-B4C6-378C77273C3F}"/>
              </a:ext>
            </a:extLst>
          </p:cNvPr>
          <p:cNvSpPr>
            <a:spLocks noGrp="1"/>
          </p:cNvSpPr>
          <p:nvPr>
            <p:ph type="title"/>
          </p:nvPr>
        </p:nvSpPr>
        <p:spPr/>
        <p:txBody>
          <a:bodyPr>
            <a:normAutofit/>
          </a:bodyPr>
          <a:lstStyle/>
          <a:p>
            <a:r>
              <a:rPr lang="en-US" sz="3600" b="1"/>
              <a:t>Điều thuật toán cải thiện</a:t>
            </a:r>
          </a:p>
        </p:txBody>
      </p:sp>
      <p:sp>
        <p:nvSpPr>
          <p:cNvPr id="3" name="Content Placeholder 2">
            <a:extLst>
              <a:ext uri="{FF2B5EF4-FFF2-40B4-BE49-F238E27FC236}">
                <a16:creationId xmlns:a16="http://schemas.microsoft.com/office/drawing/2014/main" id="{6122525B-EBF9-0EA6-1BD5-DE2DC7B5B394}"/>
              </a:ext>
            </a:extLst>
          </p:cNvPr>
          <p:cNvSpPr>
            <a:spLocks noGrp="1"/>
          </p:cNvSpPr>
          <p:nvPr>
            <p:ph idx="1"/>
          </p:nvPr>
        </p:nvSpPr>
        <p:spPr>
          <a:xfrm>
            <a:off x="838200" y="1545021"/>
            <a:ext cx="10515600" cy="4177862"/>
          </a:xfrm>
        </p:spPr>
        <p:txBody>
          <a:bodyPr>
            <a:normAutofit fontScale="92500" lnSpcReduction="20000"/>
          </a:bodyPr>
          <a:lstStyle/>
          <a:p>
            <a:r>
              <a:rPr lang="en-US"/>
              <a:t>Những nước đi từ 1 cho đến 12 có tỉ lệ rất cao tra trúng bảng OpeningBook</a:t>
            </a:r>
          </a:p>
          <a:p>
            <a:endParaRPr lang="en-US"/>
          </a:p>
          <a:p>
            <a:r>
              <a:rPr lang="en-US"/>
              <a:t>Với những nước đi từ 13 trở đi, do bàn cờ đã có lượng piece tương đối nên kết search + heuristic trở nên đáng tin cậy hơn</a:t>
            </a:r>
          </a:p>
          <a:p>
            <a:pPr marL="0" indent="0">
              <a:buNone/>
            </a:pPr>
            <a:endParaRPr lang="en-US"/>
          </a:p>
          <a:p>
            <a:r>
              <a:rPr lang="en-US"/>
              <a:t>Có quan điểm cho rằng: Những nước đi đầu tiên không quyết định thắng thua</a:t>
            </a:r>
          </a:p>
          <a:p>
            <a:pPr marL="0" indent="0">
              <a:buNone/>
            </a:pPr>
            <a:endParaRPr lang="en-US"/>
          </a:p>
          <a:p>
            <a:r>
              <a:rPr lang="en-US"/>
              <a:t>Ý kiến của mình: Sai. </a:t>
            </a:r>
            <a:r>
              <a:rPr lang="vi-VN"/>
              <a:t>Điều nhiều người nhầm là:“Opening không tạo</a:t>
            </a:r>
            <a:endParaRPr lang="en-US"/>
          </a:p>
          <a:p>
            <a:pPr marL="0" indent="0">
              <a:buNone/>
            </a:pPr>
            <a:r>
              <a:rPr lang="vi-VN"/>
              <a:t> thắng ngay” ≠ “opening không quyết định thắng thua”.</a:t>
            </a:r>
            <a:endParaRPr lang="en-US"/>
          </a:p>
        </p:txBody>
      </p:sp>
    </p:spTree>
    <p:extLst>
      <p:ext uri="{BB962C8B-B14F-4D97-AF65-F5344CB8AC3E}">
        <p14:creationId xmlns:p14="http://schemas.microsoft.com/office/powerpoint/2010/main" val="3848247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427</Words>
  <Application>Microsoft Office PowerPoint</Application>
  <PresentationFormat>Widescreen</PresentationFormat>
  <Paragraphs>34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Vấn đề bây giờ: Làm sao để sinh ra OpeningBook mà tốn ít thời gian nhất có thể</vt:lpstr>
      <vt:lpstr>Cách làm tốt</vt:lpstr>
      <vt:lpstr>Điều thuật toán cải thiện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Bình</dc:creator>
  <cp:lastModifiedBy>Nguyễn Bình</cp:lastModifiedBy>
  <cp:revision>2</cp:revision>
  <dcterms:created xsi:type="dcterms:W3CDTF">2026-05-10T12:54:17Z</dcterms:created>
  <dcterms:modified xsi:type="dcterms:W3CDTF">2026-05-10T14:31:59Z</dcterms:modified>
</cp:coreProperties>
</file>