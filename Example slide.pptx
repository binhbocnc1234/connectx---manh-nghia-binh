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0C525-344F-7600-A26C-38F93DBFC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A2182-868D-5DF9-C75E-06F3F555F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5D95D-8573-DA94-14CD-795992ABC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58A9-80EB-4613-9791-A4ED7BB9A07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4161D-02A5-0EBA-164E-69F7D055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4F165-89F4-2DD4-1AC6-D5F1B5EB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9F751-5733-4968-80FC-11D812DFF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46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BAE2-C0DE-896E-B878-E32BB01DA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D2D2E-6CB3-C56F-E904-48B496942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064A2-8AE1-90AD-2448-35C86500C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58A9-80EB-4613-9791-A4ED7BB9A07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AFC3F-FA42-3300-6A7E-10D2CC4EC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D6EAF-9AED-B2B8-C174-11ADC15C6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9F751-5733-4968-80FC-11D812DFF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49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937D7-3566-9A26-E1B2-3A5B17CBD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C8B90-F032-5539-ECC6-99EEEE106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E09E3-295E-110C-BF61-645268750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58A9-80EB-4613-9791-A4ED7BB9A07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B0ECA-5E3B-F3B2-2811-74BAD626D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3D002-765F-77C8-BE0C-27DF1C789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9F751-5733-4968-80FC-11D812DFF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9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F7E01-3925-A41E-8CEF-FDF7C7077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63317-8A39-1D9C-E253-882936DED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AFDBE-615A-C532-E996-55D7464C2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12E11-CCA0-9B37-67A2-DF3085A32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58A9-80EB-4613-9791-A4ED7BB9A07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162CB-D86A-5992-1F88-692FE3782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3B6F1-8515-EDDB-9F6F-6E2F46A74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9F751-5733-4968-80FC-11D812DFF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36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17248-5B90-B598-3667-B490B558E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C6E53-CCD4-9299-4EE6-40515A65C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32891F-C73F-6DA7-A02D-B3C06B920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021623-D741-7F6D-E5F7-1ACF031DD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DFEE67-9809-4929-EFB9-3DB03C9A5C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EB1DFE-2841-4049-120A-A6D973A94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58A9-80EB-4613-9791-A4ED7BB9A07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2672F0-33EB-50DF-CC1E-9AC2FE4A4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2D5636-1E86-616B-EF20-4016BF17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9F751-5733-4968-80FC-11D812DFF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56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0AC4D-2304-6180-D4BD-F192A6EA5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595A-3226-B8DD-8E67-4C07ED4CB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58A9-80EB-4613-9791-A4ED7BB9A07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2A35FB-57F6-8E33-974B-6460E3E5B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9D722-3DE8-AD88-9711-4E5F99EB5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9F751-5733-4968-80FC-11D812DFF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83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2A7C6A-3DB4-421B-E788-972A4E89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58A9-80EB-4613-9791-A4ED7BB9A07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B05CE0-667C-18F1-477E-FFE049652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C27079-90A5-53EF-88DA-DBF47FE04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9F751-5733-4968-80FC-11D812DFF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58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AAC56-FB2E-5D82-BC96-1D736F69B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69031-2E95-1C31-8E63-0DE23B00A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122C0-D1E6-D811-44E2-39FE78EA7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EB018-55DA-B71A-B96D-95849579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58A9-80EB-4613-9791-A4ED7BB9A07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51A4E-ECD7-9891-E050-0641D3314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70EF5-EB5F-99B9-11D4-6A843B021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9F751-5733-4968-80FC-11D812DFF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049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8732-EB09-AFB3-BE82-B4230AFF6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0E5BC5-C869-4BF0-6BAD-C23E7A938C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A2399-AD4B-5150-99DF-2F40D8104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EC1C21-AA1B-33C3-5D3A-5ED740C27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58A9-80EB-4613-9791-A4ED7BB9A07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6BEB3-5FDC-272E-92A2-4C7D928D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C58D6-4096-9D19-7F10-EEB9F9F61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9F751-5733-4968-80FC-11D812DFF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02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DD57A-D594-E88F-BC55-1F8E23A7D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8C95B-69ED-CA1E-1C61-3CA9ED784A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5E719-35F7-93A6-8562-7D278C7AB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58A9-80EB-4613-9791-A4ED7BB9A07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ABA66-3359-23C2-56A3-052D8E56B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6E968-101F-FF48-3C8A-C041EF395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9F751-5733-4968-80FC-11D812DFF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46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B0A911-6CB0-FDFB-4D7C-42BB39F308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F7773E-C962-4D3A-4A8D-D4AFF23E3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1DFA7-2765-A0E3-DCF5-DEE8DA2CE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F58A9-80EB-4613-9791-A4ED7BB9A07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60655-151D-29C9-7E82-D07817499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F0F9E-B95E-F1FB-7B7D-E17859785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9F751-5733-4968-80FC-11D812DFF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75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87911-048E-705C-7BE8-669282747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6A7D2-61D0-4099-7AE9-9A746C2FA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B8BDE-024C-07E8-A9D0-530B9AE56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AF58A9-80EB-4613-9791-A4ED7BB9A07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05023-F4A7-09A4-2C99-D231D42B7B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76A04-D51D-E724-DBFD-18C05B6AF9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9F751-5733-4968-80FC-11D812DFF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99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99D31-3AB7-C752-5A32-AB2CA32D4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303" y="299545"/>
            <a:ext cx="4009697" cy="656404"/>
          </a:xfrm>
        </p:spPr>
        <p:txBody>
          <a:bodyPr>
            <a:normAutofit/>
          </a:bodyPr>
          <a:lstStyle/>
          <a:p>
            <a:r>
              <a:rPr lang="en-US" sz="3600" b="1"/>
              <a:t>Thuật toán sử dụng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28DAF5-3449-757F-200D-39964058A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8275" y="1205680"/>
            <a:ext cx="5659822" cy="4816748"/>
          </a:xfrm>
        </p:spPr>
        <p:txBody>
          <a:bodyPr>
            <a:normAutofit/>
          </a:bodyPr>
          <a:lstStyle/>
          <a:p>
            <a:pPr algn="l"/>
            <a:r>
              <a:rPr lang="en-US" sz="2800"/>
              <a:t>Minimax là một thuật toán tuyệt vời</a:t>
            </a:r>
          </a:p>
          <a:p>
            <a:pPr algn="l"/>
            <a:r>
              <a:rPr lang="en-US" sz="2800"/>
              <a:t>Minimax là một thuật toán tuyệt vời</a:t>
            </a:r>
          </a:p>
          <a:p>
            <a:pPr algn="l"/>
            <a:r>
              <a:rPr lang="en-US" sz="2800"/>
              <a:t>Minimax là một thuật toán tuyệt vời</a:t>
            </a:r>
          </a:p>
          <a:p>
            <a:pPr algn="l"/>
            <a:r>
              <a:rPr lang="en-US" sz="2800"/>
              <a:t>Minimax là một thuật toán tuyệt vời</a:t>
            </a:r>
          </a:p>
          <a:p>
            <a:pPr algn="l"/>
            <a:r>
              <a:rPr lang="en-US" sz="2800"/>
              <a:t>Minimax là một thuật toán tuyệt vời</a:t>
            </a:r>
          </a:p>
          <a:p>
            <a:pPr algn="l"/>
            <a:r>
              <a:rPr lang="en-US" sz="2800"/>
              <a:t>Minimax là một thuật toán tuyệt vời</a:t>
            </a:r>
          </a:p>
          <a:p>
            <a:pPr algn="l"/>
            <a:r>
              <a:rPr lang="en-US" sz="2800"/>
              <a:t>Minimax là một thuật toán tuyệt vời</a:t>
            </a:r>
          </a:p>
          <a:p>
            <a:pPr algn="l"/>
            <a:r>
              <a:rPr lang="en-US" sz="2800"/>
              <a:t>Minimax là một thuật toán tuyệt vời</a:t>
            </a:r>
          </a:p>
          <a:p>
            <a:pPr algn="l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227611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60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Thuật toán sử dụng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Bình</dc:creator>
  <cp:lastModifiedBy>Nguyễn Bình</cp:lastModifiedBy>
  <cp:revision>1</cp:revision>
  <dcterms:created xsi:type="dcterms:W3CDTF">2026-04-23T00:35:42Z</dcterms:created>
  <dcterms:modified xsi:type="dcterms:W3CDTF">2026-04-23T00:56:30Z</dcterms:modified>
</cp:coreProperties>
</file>